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Тестовый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Цель: проверить обработку презентации.</a:t>
            </a:r>
          </a:p>
          <a:p>
            <a:r>
              <a:t>Срок: 30 ноября 2026 года.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